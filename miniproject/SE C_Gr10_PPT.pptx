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06" r:id="rId1"/>
  </p:sldMasterIdLst>
  <p:notesMasterIdLst>
    <p:notesMasterId r:id="rId17"/>
  </p:notesMasterIdLst>
  <p:sldIdLst>
    <p:sldId id="256" r:id="rId2"/>
    <p:sldId id="270" r:id="rId3"/>
    <p:sldId id="258" r:id="rId4"/>
    <p:sldId id="267" r:id="rId5"/>
    <p:sldId id="266" r:id="rId6"/>
    <p:sldId id="262" r:id="rId7"/>
    <p:sldId id="276" r:id="rId8"/>
    <p:sldId id="261" r:id="rId9"/>
    <p:sldId id="277" r:id="rId10"/>
    <p:sldId id="269" r:id="rId11"/>
    <p:sldId id="272" r:id="rId12"/>
    <p:sldId id="265" r:id="rId13"/>
    <p:sldId id="274" r:id="rId14"/>
    <p:sldId id="268" r:id="rId15"/>
    <p:sldId id="260" r:id="rId16"/>
  </p:sldIdLst>
  <p:sldSz cx="10080625" cy="7559675"/>
  <p:notesSz cx="7559675" cy="10691813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 autoAdjust="0"/>
    <p:restoredTop sz="94632" autoAdjust="0"/>
  </p:normalViewPr>
  <p:slideViewPr>
    <p:cSldViewPr>
      <p:cViewPr varScale="1">
        <p:scale>
          <a:sx n="71" d="100"/>
          <a:sy n="71" d="100"/>
        </p:scale>
        <p:origin x="754" y="53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>
            <a:extLst>
              <a:ext uri="{FF2B5EF4-FFF2-40B4-BE49-F238E27FC236}">
                <a16:creationId xmlns:a16="http://schemas.microsoft.com/office/drawing/2014/main" id="{0B74D700-1A40-A1C3-ADF9-B19D6E6A3D8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15900" y="812800"/>
            <a:ext cx="7126288" cy="400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82D75E8-E6A8-74BE-6AE1-06B102ADF162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noProof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E652F1C8-E0CA-4DD6-6D65-51CB658DA392}"/>
              </a:ext>
            </a:extLst>
          </p:cNvPr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CB7F630C-8B0D-181E-C2CE-A18FB667627D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4278313" y="0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716D97C4-427C-96B9-B567-087343804576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0BB1CAC0-D7C4-5A84-A13B-0C8DCDAE8665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fld id="{495B54A9-C712-41DE-B5A8-18F0179A5D90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B96F8276-043E-E33F-D327-91A7B54950A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CF480D4-A76F-4344-A6B3-17064616F441}" type="slidenum">
              <a:rPr lang="en-IN" altLang="en-US" sz="1400" smtClean="0">
                <a:cs typeface="DejaVu Sans" panose="020B0603030804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IN" altLang="en-US" sz="1400">
              <a:cs typeface="DejaVu Sans" panose="020B0603030804020204" pitchFamily="34" charset="0"/>
            </a:endParaRPr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70480906-B51C-1F12-CDAE-259040063C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5900" y="812800"/>
            <a:ext cx="7127875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47EC7C63-4827-848B-1C81-EF42650A27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6">
            <a:extLst>
              <a:ext uri="{FF2B5EF4-FFF2-40B4-BE49-F238E27FC236}">
                <a16:creationId xmlns:a16="http://schemas.microsoft.com/office/drawing/2014/main" id="{27177A6A-D572-3285-454A-748297CF1C4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00F87A3-F730-4FDB-BC0A-1E5164749BB2}" type="slidenum">
              <a:rPr lang="en-IN" altLang="en-US" sz="1400" smtClean="0">
                <a:cs typeface="DejaVu Sans" panose="020B0603030804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IN" altLang="en-US" sz="1400">
              <a:cs typeface="DejaVu Sans" panose="020B0603030804020204" pitchFamily="34" charset="0"/>
            </a:endParaRPr>
          </a:p>
        </p:txBody>
      </p:sp>
      <p:sp>
        <p:nvSpPr>
          <p:cNvPr id="11267" name="Rectangle 1">
            <a:extLst>
              <a:ext uri="{FF2B5EF4-FFF2-40B4-BE49-F238E27FC236}">
                <a16:creationId xmlns:a16="http://schemas.microsoft.com/office/drawing/2014/main" id="{781D6235-BCBC-58D0-FE7C-E68F100CEA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268" name="Rectangle 2">
            <a:extLst>
              <a:ext uri="{FF2B5EF4-FFF2-40B4-BE49-F238E27FC236}">
                <a16:creationId xmlns:a16="http://schemas.microsoft.com/office/drawing/2014/main" id="{A781F8C6-FDC9-85C7-3D52-FD20AE6A7F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433DF805-ABF6-DA04-C429-8EAF54BEF1D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6DE39AB-BB22-462F-9FD5-EA906FFAB6D1}" type="slidenum">
              <a:rPr lang="en-IN" altLang="en-US" sz="1400" smtClean="0">
                <a:cs typeface="DejaVu Sans" panose="020B0603030804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IN" altLang="en-US" sz="1400">
              <a:cs typeface="DejaVu Sans" panose="020B0603030804020204" pitchFamily="34" charset="0"/>
            </a:endParaRPr>
          </a:p>
        </p:txBody>
      </p:sp>
      <p:sp>
        <p:nvSpPr>
          <p:cNvPr id="13315" name="Rectangle 1">
            <a:extLst>
              <a:ext uri="{FF2B5EF4-FFF2-40B4-BE49-F238E27FC236}">
                <a16:creationId xmlns:a16="http://schemas.microsoft.com/office/drawing/2014/main" id="{A72432AF-1270-32DE-0C5B-17175CE8A6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34D64CD9-B2B3-0543-A251-C60B876844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6">
            <a:extLst>
              <a:ext uri="{FF2B5EF4-FFF2-40B4-BE49-F238E27FC236}">
                <a16:creationId xmlns:a16="http://schemas.microsoft.com/office/drawing/2014/main" id="{E25601DA-4243-FD1A-8121-1389D243906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52D2B2D-2F22-48D2-8D1D-96CFE94D0010}" type="slidenum">
              <a:rPr lang="en-IN" altLang="en-US" sz="1400" smtClean="0">
                <a:cs typeface="DejaVu Sans" panose="020B0603030804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IN" altLang="en-US" sz="1400">
              <a:cs typeface="DejaVu Sans" panose="020B0603030804020204" pitchFamily="34" charset="0"/>
            </a:endParaRPr>
          </a:p>
        </p:txBody>
      </p:sp>
      <p:sp>
        <p:nvSpPr>
          <p:cNvPr id="16387" name="Rectangle 1">
            <a:extLst>
              <a:ext uri="{FF2B5EF4-FFF2-40B4-BE49-F238E27FC236}">
                <a16:creationId xmlns:a16="http://schemas.microsoft.com/office/drawing/2014/main" id="{E46B1622-6663-363F-E343-92DD414F8F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01FCADE2-A958-86FA-0BD8-38F110E910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>
            <a:extLst>
              <a:ext uri="{FF2B5EF4-FFF2-40B4-BE49-F238E27FC236}">
                <a16:creationId xmlns:a16="http://schemas.microsoft.com/office/drawing/2014/main" id="{6DCA5DDD-AB7A-8662-6DF6-FE19EE57599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B9C4B0D-16F3-415F-AAF2-3F224B0BCDB7}" type="slidenum">
              <a:rPr lang="en-IN" altLang="en-US" sz="1400" smtClean="0">
                <a:cs typeface="DejaVu Sans" panose="020B0603030804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IN" altLang="en-US" sz="1400">
              <a:cs typeface="DejaVu Sans" panose="020B0603030804020204" pitchFamily="34" charset="0"/>
            </a:endParaRPr>
          </a:p>
        </p:txBody>
      </p:sp>
      <p:sp>
        <p:nvSpPr>
          <p:cNvPr id="23555" name="Rectangle 1">
            <a:extLst>
              <a:ext uri="{FF2B5EF4-FFF2-40B4-BE49-F238E27FC236}">
                <a16:creationId xmlns:a16="http://schemas.microsoft.com/office/drawing/2014/main" id="{1BE9B294-3C4F-2683-E17C-13B0D4FC0F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5DEE1348-1CF2-022F-7561-DEB609E5F1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6">
            <a:extLst>
              <a:ext uri="{FF2B5EF4-FFF2-40B4-BE49-F238E27FC236}">
                <a16:creationId xmlns:a16="http://schemas.microsoft.com/office/drawing/2014/main" id="{B654223B-47CC-BA77-66FD-C1929B9C7FA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1706B90-35EB-4F10-A934-17E5D36A3A1C}" type="slidenum">
              <a:rPr lang="en-IN" altLang="en-US" sz="1400" smtClean="0">
                <a:cs typeface="DejaVu Sans" panose="020B0603030804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IN" altLang="en-US" sz="1400">
              <a:cs typeface="DejaVu Sans" panose="020B0603030804020204" pitchFamily="34" charset="0"/>
            </a:endParaRPr>
          </a:p>
        </p:txBody>
      </p:sp>
      <p:sp>
        <p:nvSpPr>
          <p:cNvPr id="18435" name="Rectangle 1">
            <a:extLst>
              <a:ext uri="{FF2B5EF4-FFF2-40B4-BE49-F238E27FC236}">
                <a16:creationId xmlns:a16="http://schemas.microsoft.com/office/drawing/2014/main" id="{1B986B87-CC64-8B9D-1663-3306422B9F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09115F6C-B722-98DE-786A-F0A4B2E18C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6">
            <a:extLst>
              <a:ext uri="{FF2B5EF4-FFF2-40B4-BE49-F238E27FC236}">
                <a16:creationId xmlns:a16="http://schemas.microsoft.com/office/drawing/2014/main" id="{86E798B0-4595-1490-69C8-D457F91E8D6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20795FD-A322-4715-A7E8-8AB3F85ACB07}" type="slidenum">
              <a:rPr lang="en-IN" altLang="en-US" sz="1400" smtClean="0">
                <a:cs typeface="DejaVu Sans" panose="020B0603030804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IN" altLang="en-US" sz="1400">
              <a:cs typeface="DejaVu Sans" panose="020B0603030804020204" pitchFamily="34" charset="0"/>
            </a:endParaRPr>
          </a:p>
        </p:txBody>
      </p:sp>
      <p:sp>
        <p:nvSpPr>
          <p:cNvPr id="20483" name="Rectangle 1">
            <a:extLst>
              <a:ext uri="{FF2B5EF4-FFF2-40B4-BE49-F238E27FC236}">
                <a16:creationId xmlns:a16="http://schemas.microsoft.com/office/drawing/2014/main" id="{0E327E8C-1CB8-80A5-7AEB-82CE1B08B8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A6FEE471-2BAA-11FA-E27A-C3D9989EAC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1D2DA2-DD46-44EB-2484-C7CB8CB80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>
            <a:extLst>
              <a:ext uri="{FF2B5EF4-FFF2-40B4-BE49-F238E27FC236}">
                <a16:creationId xmlns:a16="http://schemas.microsoft.com/office/drawing/2014/main" id="{AC5EC4FE-A7DF-D354-DDEC-61808E04E8C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B9C4B0D-16F3-415F-AAF2-3F224B0BCDB7}" type="slidenum">
              <a:rPr lang="en-IN" altLang="en-US" sz="1400" smtClean="0">
                <a:cs typeface="DejaVu Sans" panose="020B0603030804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IN" altLang="en-US" sz="1400">
              <a:cs typeface="DejaVu Sans" panose="020B0603030804020204" pitchFamily="34" charset="0"/>
            </a:endParaRPr>
          </a:p>
        </p:txBody>
      </p:sp>
      <p:sp>
        <p:nvSpPr>
          <p:cNvPr id="23555" name="Rectangle 1">
            <a:extLst>
              <a:ext uri="{FF2B5EF4-FFF2-40B4-BE49-F238E27FC236}">
                <a16:creationId xmlns:a16="http://schemas.microsoft.com/office/drawing/2014/main" id="{4888921E-D955-B0F1-9BF0-918F9F42C4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8BD539D6-0066-218E-47BB-5808ABEDDD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39376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6">
            <a:extLst>
              <a:ext uri="{FF2B5EF4-FFF2-40B4-BE49-F238E27FC236}">
                <a16:creationId xmlns:a16="http://schemas.microsoft.com/office/drawing/2014/main" id="{587BB5F4-9503-558A-0BAF-C72D8FBD6CE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7DC0C5A-7A40-41A1-88E6-956E3259388A}" type="slidenum">
              <a:rPr lang="en-IN" altLang="en-US" sz="1400" smtClean="0">
                <a:cs typeface="DejaVu Sans" panose="020B0603030804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IN" altLang="en-US" sz="1400">
              <a:cs typeface="DejaVu Sans" panose="020B0603030804020204" pitchFamily="34" charset="0"/>
            </a:endParaRPr>
          </a:p>
        </p:txBody>
      </p:sp>
      <p:sp>
        <p:nvSpPr>
          <p:cNvPr id="26627" name="Rectangle 1">
            <a:extLst>
              <a:ext uri="{FF2B5EF4-FFF2-40B4-BE49-F238E27FC236}">
                <a16:creationId xmlns:a16="http://schemas.microsoft.com/office/drawing/2014/main" id="{A319A1FA-C55F-A9AB-A728-E71E0752D4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50C64F90-228A-8C40-6365-BC9E33A05F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6">
            <a:extLst>
              <a:ext uri="{FF2B5EF4-FFF2-40B4-BE49-F238E27FC236}">
                <a16:creationId xmlns:a16="http://schemas.microsoft.com/office/drawing/2014/main" id="{3D5E1DE5-4D3F-F7A8-6EB3-ACA0D5F52CD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32F9D85-B881-4BA7-B3B5-B139263D523E}" type="slidenum">
              <a:rPr lang="en-IN" altLang="en-US" sz="1400" smtClean="0">
                <a:cs typeface="DejaVu Sans" panose="020B0603030804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IN" altLang="en-US" sz="1400">
              <a:cs typeface="DejaVu Sans" panose="020B0603030804020204" pitchFamily="34" charset="0"/>
            </a:endParaRPr>
          </a:p>
        </p:txBody>
      </p:sp>
      <p:sp>
        <p:nvSpPr>
          <p:cNvPr id="28675" name="Rectangle 1">
            <a:extLst>
              <a:ext uri="{FF2B5EF4-FFF2-40B4-BE49-F238E27FC236}">
                <a16:creationId xmlns:a16="http://schemas.microsoft.com/office/drawing/2014/main" id="{05D00B3D-7997-4903-8E7C-D6E3F5C859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48B91A66-FF7D-1C69-B08D-96B0C07B92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6">
            <a:extLst>
              <a:ext uri="{FF2B5EF4-FFF2-40B4-BE49-F238E27FC236}">
                <a16:creationId xmlns:a16="http://schemas.microsoft.com/office/drawing/2014/main" id="{8FF88515-FD1E-5DF6-736C-B9A1C4B1A21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A58DD12-D91C-419C-9141-F17216FB567E}" type="slidenum">
              <a:rPr lang="en-IN" altLang="en-US" sz="1400" smtClean="0">
                <a:cs typeface="DejaVu Sans" panose="020B0603030804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IN" altLang="en-US" sz="1400">
              <a:cs typeface="DejaVu Sans" panose="020B0603030804020204" pitchFamily="34" charset="0"/>
            </a:endParaRPr>
          </a:p>
        </p:txBody>
      </p:sp>
      <p:sp>
        <p:nvSpPr>
          <p:cNvPr id="30723" name="Rectangle 1">
            <a:extLst>
              <a:ext uri="{FF2B5EF4-FFF2-40B4-BE49-F238E27FC236}">
                <a16:creationId xmlns:a16="http://schemas.microsoft.com/office/drawing/2014/main" id="{E7AA0104-58B7-783E-E069-A9497D98DB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65E6B4EA-FDFD-6B7B-AE0C-B05E62FAA3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6">
            <a:extLst>
              <a:ext uri="{FF2B5EF4-FFF2-40B4-BE49-F238E27FC236}">
                <a16:creationId xmlns:a16="http://schemas.microsoft.com/office/drawing/2014/main" id="{47A95607-882C-3765-E1FB-EE320CECB5F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C4C192A-08B7-4939-9FFD-3674EB0DE7B3}" type="slidenum">
              <a:rPr lang="en-IN" altLang="en-US" sz="1400" smtClean="0">
                <a:cs typeface="DejaVu Sans" panose="020B0603030804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IN" altLang="en-US" sz="1400">
              <a:cs typeface="DejaVu Sans" panose="020B0603030804020204" pitchFamily="34" charset="0"/>
            </a:endParaRPr>
          </a:p>
        </p:txBody>
      </p:sp>
      <p:sp>
        <p:nvSpPr>
          <p:cNvPr id="32771" name="Rectangle 1">
            <a:extLst>
              <a:ext uri="{FF2B5EF4-FFF2-40B4-BE49-F238E27FC236}">
                <a16:creationId xmlns:a16="http://schemas.microsoft.com/office/drawing/2014/main" id="{FD210B7C-3EA9-4266-AF69-9345E6630D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F8E38020-C4CF-923E-DAF8-884143187B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6">
            <a:extLst>
              <a:ext uri="{FF2B5EF4-FFF2-40B4-BE49-F238E27FC236}">
                <a16:creationId xmlns:a16="http://schemas.microsoft.com/office/drawing/2014/main" id="{DB9BEBBF-2CB8-00F3-B8CA-45E029C3D88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2C6A66C-31B1-43C3-96A9-314D071FBCC8}" type="slidenum">
              <a:rPr lang="en-IN" altLang="en-US" sz="1400" smtClean="0">
                <a:cs typeface="DejaVu Sans" panose="020B0603030804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IN" altLang="en-US" sz="1400">
              <a:cs typeface="DejaVu Sans" panose="020B0603030804020204" pitchFamily="34" charset="0"/>
            </a:endParaRPr>
          </a:p>
        </p:txBody>
      </p:sp>
      <p:sp>
        <p:nvSpPr>
          <p:cNvPr id="34819" name="Rectangle 1">
            <a:extLst>
              <a:ext uri="{FF2B5EF4-FFF2-40B4-BE49-F238E27FC236}">
                <a16:creationId xmlns:a16="http://schemas.microsoft.com/office/drawing/2014/main" id="{A70A2270-2584-F589-6E74-953F3A9F78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820" name="Rectangle 2">
            <a:extLst>
              <a:ext uri="{FF2B5EF4-FFF2-40B4-BE49-F238E27FC236}">
                <a16:creationId xmlns:a16="http://schemas.microsoft.com/office/drawing/2014/main" id="{7B5F99BF-3B12-F637-FBA3-F0DEF3814D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7">
            <a:extLst>
              <a:ext uri="{FF2B5EF4-FFF2-40B4-BE49-F238E27FC236}">
                <a16:creationId xmlns:a16="http://schemas.microsoft.com/office/drawing/2014/main" id="{1CD1284F-EC85-D022-C312-503C404F67F2}"/>
              </a:ext>
            </a:extLst>
          </p:cNvPr>
          <p:cNvGrpSpPr>
            <a:grpSpLocks/>
          </p:cNvGrpSpPr>
          <p:nvPr/>
        </p:nvGrpSpPr>
        <p:grpSpPr bwMode="auto">
          <a:xfrm>
            <a:off x="-9525" y="-9525"/>
            <a:ext cx="10110788" cy="7578725"/>
            <a:chOff x="-8466" y="-8468"/>
            <a:chExt cx="9171316" cy="687493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64CB9A6-0427-9C17-7977-E94A173AAA02}"/>
                </a:ext>
              </a:extLst>
            </p:cNvPr>
            <p:cNvCxnSpPr/>
            <p:nvPr/>
          </p:nvCxnSpPr>
          <p:spPr>
            <a:xfrm flipV="1">
              <a:off x="5130870" y="4174961"/>
              <a:ext cx="4021900" cy="268286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DBFA4DE-0161-56A2-AAA5-97E3E4522386}"/>
                </a:ext>
              </a:extLst>
            </p:cNvPr>
            <p:cNvCxnSpPr/>
            <p:nvPr/>
          </p:nvCxnSpPr>
          <p:spPr>
            <a:xfrm>
              <a:off x="7043180" y="172"/>
              <a:ext cx="1218234" cy="6857654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reeform 29">
              <a:extLst>
                <a:ext uri="{FF2B5EF4-FFF2-40B4-BE49-F238E27FC236}">
                  <a16:creationId xmlns:a16="http://schemas.microsoft.com/office/drawing/2014/main" id="{FE25FA7D-DE4F-DEFA-6A41-365B1D6FDE8A}"/>
                </a:ext>
              </a:extLst>
            </p:cNvPr>
            <p:cNvSpPr/>
            <p:nvPr/>
          </p:nvSpPr>
          <p:spPr>
            <a:xfrm>
              <a:off x="6891981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30">
              <a:extLst>
                <a:ext uri="{FF2B5EF4-FFF2-40B4-BE49-F238E27FC236}">
                  <a16:creationId xmlns:a16="http://schemas.microsoft.com/office/drawing/2014/main" id="{D49E8CDD-2847-F13F-561D-A9BCA069C1C2}"/>
                </a:ext>
              </a:extLst>
            </p:cNvPr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31">
              <a:extLst>
                <a:ext uri="{FF2B5EF4-FFF2-40B4-BE49-F238E27FC236}">
                  <a16:creationId xmlns:a16="http://schemas.microsoft.com/office/drawing/2014/main" id="{4071938B-161E-2287-8177-FA48805499F8}"/>
                </a:ext>
              </a:extLst>
            </p:cNvPr>
            <p:cNvSpPr/>
            <p:nvPr/>
          </p:nvSpPr>
          <p:spPr>
            <a:xfrm>
              <a:off x="6638542" y="3920066"/>
              <a:ext cx="2512788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32">
              <a:extLst>
                <a:ext uri="{FF2B5EF4-FFF2-40B4-BE49-F238E27FC236}">
                  <a16:creationId xmlns:a16="http://schemas.microsoft.com/office/drawing/2014/main" id="{03C955FA-83EC-6594-132D-6B93594DE316}"/>
                </a:ext>
              </a:extLst>
            </p:cNvPr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33">
              <a:extLst>
                <a:ext uri="{FF2B5EF4-FFF2-40B4-BE49-F238E27FC236}">
                  <a16:creationId xmlns:a16="http://schemas.microsoft.com/office/drawing/2014/main" id="{7BC9CDF6-A7F9-9CE6-9FD8-8B9EB695C6BB}"/>
                </a:ext>
              </a:extLst>
            </p:cNvPr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34">
              <a:extLst>
                <a:ext uri="{FF2B5EF4-FFF2-40B4-BE49-F238E27FC236}">
                  <a16:creationId xmlns:a16="http://schemas.microsoft.com/office/drawing/2014/main" id="{9B9335E7-36C2-C95B-607A-649DF2B47001}"/>
                </a:ext>
              </a:extLst>
            </p:cNvPr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35">
              <a:extLst>
                <a:ext uri="{FF2B5EF4-FFF2-40B4-BE49-F238E27FC236}">
                  <a16:creationId xmlns:a16="http://schemas.microsoft.com/office/drawing/2014/main" id="{CC5FE991-7C1E-424A-EFD5-3C4623651341}"/>
                </a:ext>
              </a:extLst>
            </p:cNvPr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7185B7D5-09E5-CAAB-5EBC-36888AA39F6A}"/>
                </a:ext>
              </a:extLst>
            </p:cNvPr>
            <p:cNvSpPr/>
            <p:nvPr/>
          </p:nvSpPr>
          <p:spPr>
            <a:xfrm>
              <a:off x="-8466" y="-8468"/>
              <a:ext cx="863996" cy="5698391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403" y="2650553"/>
            <a:ext cx="6423553" cy="1814743"/>
          </a:xfrm>
        </p:spPr>
        <p:txBody>
          <a:bodyPr anchor="b">
            <a:noAutofit/>
          </a:bodyPr>
          <a:lstStyle>
            <a:lvl1pPr algn="r">
              <a:defRPr sz="5952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403" y="4465295"/>
            <a:ext cx="6423553" cy="1209128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660E2D2C-3F01-8AC2-9375-35E946E06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A4C6D7-6B12-4C21-9AE5-70E770C1290F}" type="datetimeFigureOut">
              <a:rPr lang="en-US"/>
              <a:pPr>
                <a:defRPr/>
              </a:pPr>
              <a:t>4/17/2026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CE86BDB-DDE7-E5C6-59CC-3A461A50C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04B1395-D9B9-F3D6-10BF-27337A2B0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E3260-D614-40E2-B249-813FAC5E71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609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B9BAB-A6AD-0EF1-F867-7C8238DEA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9379F0-A60E-4F51-9486-9E7B6DCD2B83}" type="datetimeFigureOut">
              <a:rPr lang="en-US"/>
              <a:pPr>
                <a:defRPr/>
              </a:pPr>
              <a:t>4/17/2026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3D7A9-8AD2-D4F6-7C62-5AFACCB5E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08E25-E25B-BC63-1085-6523D6D47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FBE63F-904C-4D04-B94E-03B89690FE7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54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0" y="2977208"/>
            <a:ext cx="6997915" cy="2013467"/>
          </a:xfrm>
        </p:spPr>
        <p:txBody>
          <a:bodyPr anchor="b"/>
          <a:lstStyle>
            <a:lvl1pPr algn="l">
              <a:defRPr sz="440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948432"/>
          </a:xfrm>
        </p:spPr>
        <p:txBody>
          <a:bodyPr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824F6-A592-24E4-4194-322C0AFA5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616211-5F50-4010-A581-29D224118327}" type="datetimeFigureOut">
              <a:rPr lang="en-US"/>
              <a:pPr>
                <a:defRPr/>
              </a:pPr>
              <a:t>4/17/2026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81B32-9F5E-41A0-4135-4CD8C5766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9F011-AF19-5916-EBC6-4721D48BE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72A876-3847-4123-8B0D-6C1973F9246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328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2" y="671971"/>
            <a:ext cx="6997914" cy="1455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2042" y="2381649"/>
            <a:ext cx="3404426" cy="4277832"/>
          </a:xfrm>
        </p:spPr>
        <p:txBody>
          <a:bodyPr/>
          <a:lstStyle>
            <a:lvl1pPr>
              <a:defRPr sz="1984"/>
            </a:lvl1pPr>
            <a:lvl2pPr>
              <a:defRPr sz="1764"/>
            </a:lvl2pPr>
            <a:lvl3pPr>
              <a:defRPr sz="1543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5529" y="2381651"/>
            <a:ext cx="3404427" cy="4277834"/>
          </a:xfrm>
        </p:spPr>
        <p:txBody>
          <a:bodyPr/>
          <a:lstStyle>
            <a:lvl1pPr>
              <a:defRPr sz="1984"/>
            </a:lvl1pPr>
            <a:lvl2pPr>
              <a:defRPr sz="1764"/>
            </a:lvl2pPr>
            <a:lvl3pPr>
              <a:defRPr sz="1543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7693601-4C85-BE38-1F4E-FC495BDDC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B0AA11-6EF9-4AB7-A886-8646521D6132}" type="datetimeFigureOut">
              <a:rPr lang="en-US"/>
              <a:pPr>
                <a:defRPr/>
              </a:pPr>
              <a:t>4/17/2026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1AE8DBD-BE49-6AF1-4624-4D0D5B1DE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5FF5D85-BAD2-9F5E-ED1E-B67F9FA9B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959BB5-5E21-40AC-81FC-82AB66AB158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881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671971"/>
            <a:ext cx="6997913" cy="14559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1" y="2382084"/>
            <a:ext cx="3407251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2041" y="3017307"/>
            <a:ext cx="3407251" cy="36421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62702" y="2382084"/>
            <a:ext cx="3407251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62702" y="3017307"/>
            <a:ext cx="3407251" cy="36421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749A76C-C0E0-605C-3EDA-CCFC57A1A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52C51F-8786-4FBA-A73E-665F62F77C90}" type="datetimeFigureOut">
              <a:rPr lang="en-US"/>
              <a:pPr>
                <a:defRPr/>
              </a:pPr>
              <a:t>4/17/2026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7F515EB-8664-BE9D-F607-E2ABEA274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241AB65-BA8C-A4A1-EDB7-8FEA1D36A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3FC9DA-0EBB-4619-95DF-6F675C91DCA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785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671971"/>
            <a:ext cx="6997914" cy="1455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BF4CA9B-EFC7-D867-D9F0-B37588E3F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1FE848-E29F-41F2-8208-507B1B088217}" type="datetimeFigureOut">
              <a:rPr lang="en-US"/>
              <a:pPr>
                <a:defRPr/>
              </a:pPr>
              <a:t>4/17/2026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0DDBD38-4FE3-B635-6AA8-F3BE8805D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78A3A50-BA34-B9ED-4754-9A7E2E758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4E6D43-E6C7-4A2F-A20E-AE4FA1432FE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349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42D2187-8443-9FE0-B75F-6A0B1ADAE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2DB21-626B-4274-8D4C-3F9483538053}" type="datetimeFigureOut">
              <a:rPr lang="en-US"/>
              <a:pPr>
                <a:defRPr/>
              </a:pPr>
              <a:t>4/17/2026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4482AD8-93C9-C1EB-580C-84F610B2A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0FB1B24-6CE4-11F8-7A7F-51618345A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7D9953-7FB7-4A83-9470-81418535850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160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1651933"/>
            <a:ext cx="3075982" cy="1409272"/>
          </a:xfrm>
        </p:spPr>
        <p:txBody>
          <a:bodyPr anchor="b"/>
          <a:lstStyle>
            <a:lvl1pPr>
              <a:defRPr sz="220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7083" y="567610"/>
            <a:ext cx="3732871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1" y="3061205"/>
            <a:ext cx="3075982" cy="2848876"/>
          </a:xfrm>
        </p:spPr>
        <p:txBody>
          <a:bodyPr/>
          <a:lstStyle>
            <a:lvl1pPr marL="0" indent="0">
              <a:buNone/>
              <a:defRPr sz="1543"/>
            </a:lvl1pPr>
            <a:lvl2pPr marL="377979" indent="0">
              <a:buNone/>
              <a:defRPr sz="1157"/>
            </a:lvl2pPr>
            <a:lvl3pPr marL="755957" indent="0">
              <a:buNone/>
              <a:defRPr sz="992"/>
            </a:lvl3pPr>
            <a:lvl4pPr marL="1133936" indent="0">
              <a:buNone/>
              <a:defRPr sz="827"/>
            </a:lvl4pPr>
            <a:lvl5pPr marL="1511915" indent="0">
              <a:buNone/>
              <a:defRPr sz="827"/>
            </a:lvl5pPr>
            <a:lvl6pPr marL="1889893" indent="0">
              <a:buNone/>
              <a:defRPr sz="827"/>
            </a:lvl6pPr>
            <a:lvl7pPr marL="2267872" indent="0">
              <a:buNone/>
              <a:defRPr sz="827"/>
            </a:lvl7pPr>
            <a:lvl8pPr marL="2645851" indent="0">
              <a:buNone/>
              <a:defRPr sz="827"/>
            </a:lvl8pPr>
            <a:lvl9pPr marL="3023829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1E38BEB-94DB-D2F1-B189-3345B8802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0AA252-DCF7-47DA-8221-E2E0C3DB2965}" type="datetimeFigureOut">
              <a:rPr lang="en-US"/>
              <a:pPr>
                <a:defRPr/>
              </a:pPr>
              <a:t>4/17/2026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E192CE4-5037-BFFD-049E-EC3D81D9A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466653C-40AF-1D4F-8FB7-98E734729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91AB1-A9EB-4C9D-BC38-637E9A57351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825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5291772"/>
            <a:ext cx="6997914" cy="624724"/>
          </a:xfrm>
        </p:spPr>
        <p:txBody>
          <a:bodyPr anchor="b"/>
          <a:lstStyle>
            <a:lvl1pPr algn="l">
              <a:defRPr sz="2646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2041" y="671971"/>
            <a:ext cx="6997914" cy="4239192"/>
          </a:xfrm>
        </p:spPr>
        <p:txBody>
          <a:bodyPr rtlCol="0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1" y="5916496"/>
            <a:ext cx="6997914" cy="742987"/>
          </a:xfrm>
        </p:spPr>
        <p:txBody>
          <a:bodyPr/>
          <a:lstStyle>
            <a:lvl1pPr marL="0" indent="0">
              <a:buNone/>
              <a:defRPr sz="132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C52AB88-D802-B3C5-EC17-7F68C598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57A5A4-1E46-4796-AC4A-D965C632A26B}" type="datetimeFigureOut">
              <a:rPr lang="en-US"/>
              <a:pPr>
                <a:defRPr/>
              </a:pPr>
              <a:t>4/17/2026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483E889-E97A-8934-4594-D3749F2D8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B73F6EC-3A0E-D6DF-92B8-5AE141A01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2A5CB2-2434-483A-8309-AC81FF3A6F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429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2" y="671971"/>
            <a:ext cx="6997914" cy="3751839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2" y="4927788"/>
            <a:ext cx="6997914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E5880-745E-A071-F18C-44DB47306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AD05AA-13AD-4E39-9036-C3E9AE585766}" type="datetimeFigureOut">
              <a:rPr lang="en-US"/>
              <a:pPr>
                <a:defRPr/>
              </a:pPr>
              <a:t>4/17/2026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8A206-1A3D-0141-8DE1-B0B0D969C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C83EF-6A63-E8D3-ECC7-5B4A9C34B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13C689-F037-4DFA-A1BE-D258F84C33E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998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3F1948-9166-CB9F-DDF2-2448E2437434}"/>
              </a:ext>
            </a:extLst>
          </p:cNvPr>
          <p:cNvSpPr txBox="1"/>
          <p:nvPr/>
        </p:nvSpPr>
        <p:spPr>
          <a:xfrm>
            <a:off x="531813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461262-37E4-FEB9-7902-4EA40D096CE6}"/>
              </a:ext>
            </a:extLst>
          </p:cNvPr>
          <p:cNvSpPr txBox="1"/>
          <p:nvPr/>
        </p:nvSpPr>
        <p:spPr>
          <a:xfrm>
            <a:off x="7439025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13857" y="4003828"/>
            <a:ext cx="5974958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27788"/>
            <a:ext cx="6997915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24D78464-6DB1-5977-3CFD-FE454DBDFA6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7B27B5-75F2-45C2-A184-659531A8EA66}" type="datetimeFigureOut">
              <a:rPr lang="en-US"/>
              <a:pPr>
                <a:defRPr/>
              </a:pPr>
              <a:t>4/17/2026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CAE6795-7F79-91B1-28ED-6A72B02640E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777A532-7695-EF93-F3D6-5F7753086B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3DC49B-6A14-49AA-96A6-8D762FB28BA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6123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0" y="2129659"/>
            <a:ext cx="6997915" cy="2861014"/>
          </a:xfrm>
        </p:spPr>
        <p:txBody>
          <a:bodyPr anchor="b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C8C82-1B6D-7AE6-DB28-C6C90324D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1EE9E0-3D1F-47AB-8E08-BF7EEA03F6AC}" type="datetimeFigureOut">
              <a:rPr lang="en-US"/>
              <a:pPr>
                <a:defRPr/>
              </a:pPr>
              <a:t>4/17/2026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90E17-3430-B1B6-3245-E3076B668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1F41F-CAF3-9156-956C-E2707686B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3E180F-743C-425B-9C8B-14719AF93BC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4575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51C4DF-1719-9658-4FBE-C8CC36F490C6}"/>
              </a:ext>
            </a:extLst>
          </p:cNvPr>
          <p:cNvSpPr txBox="1"/>
          <p:nvPr/>
        </p:nvSpPr>
        <p:spPr>
          <a:xfrm>
            <a:off x="531813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B23F92-7983-84B4-AB2D-13698BFE4185}"/>
              </a:ext>
            </a:extLst>
          </p:cNvPr>
          <p:cNvSpPr txBox="1"/>
          <p:nvPr/>
        </p:nvSpPr>
        <p:spPr>
          <a:xfrm>
            <a:off x="7439025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2038" y="4423810"/>
            <a:ext cx="6997916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5D5E71D-E0B8-024A-4655-EBC30E28663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BC6F4E-A63B-47E9-8BF7-2EAC699983D6}" type="datetimeFigureOut">
              <a:rPr lang="en-US"/>
              <a:pPr>
                <a:defRPr/>
              </a:pPr>
              <a:t>4/17/2026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80F9CB8-6523-4EC3-B191-C6854EC8910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3FCB0F8-234A-0F2F-D061-996B7CA06FC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6B4819-F57F-4D40-95A4-D3A6A0D58BE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65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930" y="671971"/>
            <a:ext cx="6991025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2038" y="4423810"/>
            <a:ext cx="6997916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accent1"/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5251F-6571-781F-207A-824ABBE3BA2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D6D23-1CBD-4A26-85B7-D6F5ACE2E667}" type="datetimeFigureOut">
              <a:rPr lang="en-US"/>
              <a:pPr>
                <a:defRPr/>
              </a:pPr>
              <a:t>4/17/2026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23B80-3ABF-A70B-F9D4-B7CFE2EFD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37E99-5AA9-ABEF-811D-C12BE4D84E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5D5662-53D6-4D63-8746-B4F21F887C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5886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7A7FA-30EA-A28A-45D1-E9AEF6140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B8BA45-69CE-47FC-906F-6563CDFDCB7F}" type="datetimeFigureOut">
              <a:rPr lang="en-US"/>
              <a:pPr>
                <a:defRPr/>
              </a:pPr>
              <a:t>4/17/2026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08701-023E-3FB8-E524-A14E150D0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DEFE8-6392-C953-4F29-FA67A255B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34240A-25E7-4477-A5EC-09CEDEB4E6D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2357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9572" y="671972"/>
            <a:ext cx="1079072" cy="5788752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2041" y="671972"/>
            <a:ext cx="5727155" cy="57887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7456B-3D14-4059-7895-DBACF8FBE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5B1492-45E3-46EF-A538-A957A9482DCD}" type="datetimeFigureOut">
              <a:rPr lang="en-US"/>
              <a:pPr>
                <a:defRPr/>
              </a:pPr>
              <a:t>4/17/2026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A926D-8E1D-C0BA-935B-4BE222F1D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CD91F-BA6C-7255-93E9-1EFC58463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69EE9E-3348-43AB-BC44-89A56C6DD80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25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6">
            <a:extLst>
              <a:ext uri="{FF2B5EF4-FFF2-40B4-BE49-F238E27FC236}">
                <a16:creationId xmlns:a16="http://schemas.microsoft.com/office/drawing/2014/main" id="{57DC97C3-BA5D-8AD1-FEB7-15B8473A84C8}"/>
              </a:ext>
            </a:extLst>
          </p:cNvPr>
          <p:cNvGrpSpPr>
            <a:grpSpLocks/>
          </p:cNvGrpSpPr>
          <p:nvPr/>
        </p:nvGrpSpPr>
        <p:grpSpPr bwMode="auto">
          <a:xfrm>
            <a:off x="-9525" y="-9525"/>
            <a:ext cx="10110788" cy="7578725"/>
            <a:chOff x="-8467" y="-8468"/>
            <a:chExt cx="9171317" cy="6874935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992BE718-839D-FD03-171D-75119DF74319}"/>
                </a:ext>
              </a:extLst>
            </p:cNvPr>
            <p:cNvSpPr/>
            <p:nvPr/>
          </p:nvSpPr>
          <p:spPr>
            <a:xfrm>
              <a:off x="-8467" y="4013672"/>
              <a:ext cx="457918" cy="2852795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5C7FF35-52B3-767D-C3F5-CC3EC6F76D3E}"/>
                </a:ext>
              </a:extLst>
            </p:cNvPr>
            <p:cNvCxnSpPr/>
            <p:nvPr/>
          </p:nvCxnSpPr>
          <p:spPr>
            <a:xfrm flipV="1">
              <a:off x="5130869" y="4174961"/>
              <a:ext cx="4021900" cy="268286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E723244-1D55-B771-7508-FE206835ECE6}"/>
                </a:ext>
              </a:extLst>
            </p:cNvPr>
            <p:cNvCxnSpPr/>
            <p:nvPr/>
          </p:nvCxnSpPr>
          <p:spPr>
            <a:xfrm>
              <a:off x="7043180" y="172"/>
              <a:ext cx="1218234" cy="6857654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EB653E3E-F457-11AC-C6FB-B6303CC9C94E}"/>
                </a:ext>
              </a:extLst>
            </p:cNvPr>
            <p:cNvSpPr/>
            <p:nvPr/>
          </p:nvSpPr>
          <p:spPr>
            <a:xfrm>
              <a:off x="6891980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BBA213B-B68B-E64D-4A15-85558630EAB3}"/>
                </a:ext>
              </a:extLst>
            </p:cNvPr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0D7FB75-A2C6-E8AE-0F32-035E74199A9A}"/>
                </a:ext>
              </a:extLst>
            </p:cNvPr>
            <p:cNvSpPr/>
            <p:nvPr/>
          </p:nvSpPr>
          <p:spPr>
            <a:xfrm>
              <a:off x="6638542" y="3920066"/>
              <a:ext cx="2512789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684E9E1-EDD6-4CA1-E435-85FCCD3BFE6B}"/>
                </a:ext>
              </a:extLst>
            </p:cNvPr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4596CAC-6993-C01C-FA3D-0E097421DD88}"/>
                </a:ext>
              </a:extLst>
            </p:cNvPr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2BE7607-83DE-55B2-226B-AE81412F3A55}"/>
                </a:ext>
              </a:extLst>
            </p:cNvPr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16C1048-75B5-D435-B0A6-E1D5B1990A87}"/>
                </a:ext>
              </a:extLst>
            </p:cNvPr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AA6F2B8D-E312-7496-FA94-137736F1E0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71513" y="671513"/>
            <a:ext cx="6997700" cy="145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F77E5641-EF20-A4AF-A52A-AD432A2AF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71513" y="2381250"/>
            <a:ext cx="6997700" cy="42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A20442-39AB-1201-5FD7-F3D8C1AAA4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59475" y="6659563"/>
            <a:ext cx="754063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92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01DF397-8955-4886-B5E7-DA15FBAD5C43}" type="datetimeFigureOut">
              <a:rPr lang="en-US"/>
              <a:pPr>
                <a:defRPr/>
              </a:pPr>
              <a:t>4/17/2026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11678-AA03-A41E-7DDE-79DB5A2D46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6659563"/>
            <a:ext cx="5097462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92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4D11E-26AB-A5AD-3D6E-65A1C81282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4063" y="6659563"/>
            <a:ext cx="565150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92">
                <a:solidFill>
                  <a:schemeClr val="accent1"/>
                </a:solidFill>
                <a:latin typeface="+mn-lt"/>
              </a:defRPr>
            </a:lvl1pPr>
          </a:lstStyle>
          <a:p>
            <a:pPr>
              <a:defRPr/>
            </a:pPr>
            <a:fld id="{1905775D-6215-47EA-AD38-EB3F977852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7" r:id="rId1"/>
    <p:sldLayoutId id="2147483954" r:id="rId2"/>
    <p:sldLayoutId id="2147483955" r:id="rId3"/>
    <p:sldLayoutId id="2147483956" r:id="rId4"/>
    <p:sldLayoutId id="2147483957" r:id="rId5"/>
    <p:sldLayoutId id="2147483958" r:id="rId6"/>
    <p:sldLayoutId id="2147483959" r:id="rId7"/>
    <p:sldLayoutId id="2147483960" r:id="rId8"/>
    <p:sldLayoutId id="2147483961" r:id="rId9"/>
    <p:sldLayoutId id="2147483962" r:id="rId10"/>
    <p:sldLayoutId id="2147483968" r:id="rId11"/>
    <p:sldLayoutId id="2147483963" r:id="rId12"/>
    <p:sldLayoutId id="2147483969" r:id="rId13"/>
    <p:sldLayoutId id="2147483964" r:id="rId14"/>
    <p:sldLayoutId id="2147483965" r:id="rId15"/>
    <p:sldLayoutId id="2147483966" r:id="rId16"/>
  </p:sldLayoutIdLst>
  <p:txStyles>
    <p:titleStyle>
      <a:lvl1pPr algn="l" defTabSz="503238" rtl="0" eaLnBrk="0" fontAlgn="base" hangingPunct="0">
        <a:spcBef>
          <a:spcPct val="0"/>
        </a:spcBef>
        <a:spcAft>
          <a:spcPct val="0"/>
        </a:spcAft>
        <a:defRPr sz="39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2pPr>
      <a:lvl3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3pPr>
      <a:lvl4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4pPr>
      <a:lvl5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825" indent="-377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+mn-lt"/>
          <a:ea typeface="+mn-ea"/>
          <a:cs typeface="+mn-cs"/>
        </a:defRPr>
      </a:lvl1pPr>
      <a:lvl2pPr marL="817563" indent="-3143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700" kern="1200">
          <a:solidFill>
            <a:srgbClr val="404040"/>
          </a:solidFill>
          <a:latin typeface="+mn-lt"/>
          <a:ea typeface="+mn-ea"/>
          <a:cs typeface="+mn-cs"/>
        </a:defRPr>
      </a:lvl2pPr>
      <a:lvl3pPr marL="1258888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500" kern="1200">
          <a:solidFill>
            <a:srgbClr val="404040"/>
          </a:solidFill>
          <a:latin typeface="+mn-lt"/>
          <a:ea typeface="+mn-ea"/>
          <a:cs typeface="+mn-cs"/>
        </a:defRPr>
      </a:lvl3pPr>
      <a:lvl4pPr marL="1763713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00" kern="1200">
          <a:solidFill>
            <a:srgbClr val="404040"/>
          </a:solidFill>
          <a:latin typeface="+mn-lt"/>
          <a:ea typeface="+mn-ea"/>
          <a:cs typeface="+mn-cs"/>
        </a:defRPr>
      </a:lvl4pPr>
      <a:lvl5pPr marL="2266950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00" kern="1200">
          <a:solidFill>
            <a:srgbClr val="404040"/>
          </a:solidFill>
          <a:latin typeface="+mn-lt"/>
          <a:ea typeface="+mn-ea"/>
          <a:cs typeface="+mn-cs"/>
        </a:defRPr>
      </a:lvl5pPr>
      <a:lvl6pPr marL="2771844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>
            <a:extLst>
              <a:ext uri="{FF2B5EF4-FFF2-40B4-BE49-F238E27FC236}">
                <a16:creationId xmlns:a16="http://schemas.microsoft.com/office/drawing/2014/main" id="{9948B8F6-EA85-E29D-37FC-3ABA23628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546735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2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BD0040C-06A3-FB71-AF04-4759E066192C}"/>
              </a:ext>
            </a:extLst>
          </p:cNvPr>
          <p:cNvCxnSpPr/>
          <p:nvPr/>
        </p:nvCxnSpPr>
        <p:spPr>
          <a:xfrm>
            <a:off x="0" y="1743075"/>
            <a:ext cx="10080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196" name="Picture 3">
            <a:extLst>
              <a:ext uri="{FF2B5EF4-FFF2-40B4-BE49-F238E27FC236}">
                <a16:creationId xmlns:a16="http://schemas.microsoft.com/office/drawing/2014/main" id="{029674C0-79CF-43EE-FBD4-7BDCC8656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179388"/>
            <a:ext cx="770572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7" name="TextBox 1">
            <a:extLst>
              <a:ext uri="{FF2B5EF4-FFF2-40B4-BE49-F238E27FC236}">
                <a16:creationId xmlns:a16="http://schemas.microsoft.com/office/drawing/2014/main" id="{41D60235-A376-44DC-CA67-31C5AB6E2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2916238"/>
            <a:ext cx="8569325" cy="37861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Theme-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Goal 11- Sustainable Cities &amp; Communities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Category-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No 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 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Harshita Waghmare </a:t>
            </a:r>
          </a:p>
          <a:p>
            <a:pPr algn="just"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2. Jagruti Singh</a:t>
            </a:r>
          </a:p>
          <a:p>
            <a:pPr algn="just"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3. Riya Singh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Prof. Darshana Bhamare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F27DF87E-7DF8-DBFE-7643-DA6C6485456F}"/>
              </a:ext>
            </a:extLst>
          </p:cNvPr>
          <p:cNvSpPr txBox="1">
            <a:spLocks/>
          </p:cNvSpPr>
          <p:nvPr/>
        </p:nvSpPr>
        <p:spPr bwMode="auto">
          <a:xfrm>
            <a:off x="1116013" y="2044700"/>
            <a:ext cx="7200900" cy="57150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25000" lnSpcReduction="20000"/>
          </a:bodyPr>
          <a:lstStyle>
            <a:lvl1pPr algn="l" defTabSz="503238" rtl="0" eaLnBrk="0" fontAlgn="base" hangingPunct="0">
              <a:spcBef>
                <a:spcPct val="0"/>
              </a:spcBef>
              <a:spcAft>
                <a:spcPct val="0"/>
              </a:spcAft>
              <a:defRPr sz="3968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defTabSz="503238" rtl="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accent1"/>
                </a:solidFill>
                <a:latin typeface="Trebuchet MS" panose="020B0603020202020204" pitchFamily="34" charset="0"/>
              </a:defRPr>
            </a:lvl2pPr>
            <a:lvl3pPr algn="l" defTabSz="503238" rtl="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accent1"/>
                </a:solidFill>
                <a:latin typeface="Trebuchet MS" panose="020B0603020202020204" pitchFamily="34" charset="0"/>
              </a:defRPr>
            </a:lvl3pPr>
            <a:lvl4pPr algn="l" defTabSz="503238" rtl="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accent1"/>
                </a:solidFill>
                <a:latin typeface="Trebuchet MS" panose="020B0603020202020204" pitchFamily="34" charset="0"/>
              </a:defRPr>
            </a:lvl4pPr>
            <a:lvl5pPr algn="l" defTabSz="503238" rtl="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accent1"/>
                </a:solidFill>
                <a:latin typeface="Trebuchet MS" panose="020B060302020202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Community Event Management System</a:t>
            </a:r>
            <a:endParaRPr lang="en-IN" sz="1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>
            <a:extLst>
              <a:ext uri="{FF2B5EF4-FFF2-40B4-BE49-F238E27FC236}">
                <a16:creationId xmlns:a16="http://schemas.microsoft.com/office/drawing/2014/main" id="{CFBC115D-B215-6D44-5286-D5113F3A7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144463"/>
            <a:ext cx="9070975" cy="75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31680" rIns="0" bIns="0" anchor="ctr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IN" altLang="en-US" sz="3600" b="1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rPr>
              <a:t>Outline</a:t>
            </a: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64B4E6F0-85CD-F824-86C4-06A497D33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990600"/>
            <a:ext cx="9323388" cy="631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21240" rIns="0" bIns="0"/>
          <a:lstStyle>
            <a:lvl1pPr marL="430213" indent="-32226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 existing systems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and Objectives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21454ACB-510D-E03A-87A1-9816FE8B6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163" y="179388"/>
            <a:ext cx="9070975" cy="1262062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Introduction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0D2E4CF-FCF3-6DBA-7CA7-CB84D51A4F30}"/>
              </a:ext>
            </a:extLst>
          </p:cNvPr>
          <p:cNvSpPr txBox="1">
            <a:spLocks/>
          </p:cNvSpPr>
          <p:nvPr/>
        </p:nvSpPr>
        <p:spPr bwMode="auto">
          <a:xfrm>
            <a:off x="412750" y="1628775"/>
            <a:ext cx="8372475" cy="5535613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Source Sans Pro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buFont typeface="Arial" panose="020B0604020202020204" pitchFamily="34" charset="0"/>
              <a:buNone/>
              <a:defRPr/>
            </a:pPr>
            <a:r>
              <a:rPr lang="en-US" altLang="en-US" sz="2400" b="1" u="sng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Importance  </a:t>
            </a:r>
          </a:p>
          <a:p>
            <a:pPr defTabSz="914400">
              <a:defRPr/>
            </a:pPr>
            <a:r>
              <a:rPr lang="en-US" altLang="en-US" sz="2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Communities struggle with event organization.  </a:t>
            </a:r>
          </a:p>
          <a:p>
            <a:pPr defTabSz="914400">
              <a:defRPr/>
            </a:pPr>
            <a:r>
              <a:rPr lang="en-US" altLang="en-US" sz="2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Manual systems → poor participation, wasted resources.  </a:t>
            </a:r>
          </a:p>
          <a:p>
            <a:pPr defTabSz="914400">
              <a:defRPr/>
            </a:pPr>
            <a:r>
              <a:rPr lang="en-US" altLang="en-US" sz="2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Importance: Digital solution improves efficiency, engagement, sustainability.  </a:t>
            </a:r>
          </a:p>
          <a:p>
            <a:pPr marL="0" indent="0" defTabSz="914400">
              <a:buFont typeface="Arial" panose="020B0604020202020204" pitchFamily="34" charset="0"/>
              <a:buNone/>
              <a:defRPr/>
            </a:pPr>
            <a:r>
              <a:rPr lang="en-US" altLang="en-US" sz="2400" b="1" u="sng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Challenges &amp; Motivation  </a:t>
            </a:r>
          </a:p>
          <a:p>
            <a:pPr defTabSz="914400">
              <a:defRPr/>
            </a:pPr>
            <a:r>
              <a:rPr lang="en-US" altLang="en-US" sz="2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Challenges: Manual registration, no volunteer tracking, limited communication.  </a:t>
            </a:r>
          </a:p>
          <a:p>
            <a:pPr defTabSz="914400">
              <a:defRPr/>
            </a:pPr>
            <a:r>
              <a:rPr lang="en-US" altLang="en-US" sz="2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Motivation: Inspired by SDG Goal 11 to strengthen community participation.  </a:t>
            </a:r>
          </a:p>
          <a:p>
            <a:pPr defTabSz="914400">
              <a:defRPr/>
            </a:pPr>
            <a:r>
              <a:rPr lang="en-US" altLang="en-US" sz="2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Aim: Use technology to empower communities.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46DF2-AE42-DA38-639A-109A0CB64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513" y="671513"/>
            <a:ext cx="7969250" cy="804862"/>
          </a:xfrm>
        </p:spPr>
        <p:txBody>
          <a:bodyPr/>
          <a:lstStyle/>
          <a:p>
            <a:pPr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n-ea"/>
              </a:rPr>
              <a:t> Problem statement and Objectives</a:t>
            </a:r>
            <a:endParaRPr lang="en-IN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8649E49B-F989-B497-2616-FD00251DA9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5900" y="1692275"/>
            <a:ext cx="8640763" cy="5616575"/>
          </a:xfrm>
        </p:spPr>
        <p:txBody>
          <a:bodyPr/>
          <a:lstStyle/>
          <a:p>
            <a:pPr marL="0" indent="0" algn="just" defTabSz="914400">
              <a:spcBef>
                <a:spcPct val="2000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en-US" altLang="en-US" sz="24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0" indent="0" algn="just" defTabSz="914400">
              <a:spcBef>
                <a:spcPct val="2000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Communities lack a unified platform to manage events, volunteers, and participants effectively.  </a:t>
            </a:r>
          </a:p>
          <a:p>
            <a:pPr marL="0" indent="0" algn="just" defTabSz="914400">
              <a:spcBef>
                <a:spcPct val="2000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en-US" altLang="en-US" sz="24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algn="just" defTabSz="91440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GB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Role‑based dashboards (Admin, Volunteer, Participant).  </a:t>
            </a:r>
          </a:p>
          <a:p>
            <a:pPr algn="just" defTabSz="91440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Design relational database schema with integrity constraints</a:t>
            </a:r>
            <a:r>
              <a:rPr lang="en-GB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  <a:p>
            <a:pPr algn="just" defTabSz="91440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GB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metrics for organizers. (event status, volunteer stats)  </a:t>
            </a:r>
          </a:p>
          <a:p>
            <a:pPr algn="just" defTabSz="91440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GB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Analytics &amp; performance reports for event success tracking.  </a:t>
            </a:r>
          </a:p>
          <a:p>
            <a:pPr algn="just" defTabSz="91440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GB" altLang="en-US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Alignment </a:t>
            </a:r>
            <a:r>
              <a:rPr lang="en-GB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SDG Goal 11 to promote sustainable community engagement.  </a:t>
            </a:r>
          </a:p>
          <a:p>
            <a:pPr marL="0" indent="0" algn="just" defTabSz="914400">
              <a:spcBef>
                <a:spcPct val="20000"/>
              </a:spcBef>
              <a:buClrTx/>
              <a:buSzTx/>
              <a:buFont typeface="Wingdings 3" panose="05040102010807070707" pitchFamily="18" charset="2"/>
              <a:buNone/>
            </a:pPr>
            <a:endParaRPr lang="en-GB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CEC26CA5-FB78-3B27-B209-2B176EFBE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 Literature Survey </a:t>
            </a: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58EAA604-F6CA-8922-0454-5F6678A82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marL="342900" indent="-342900" algn="just" defTabSz="914400">
              <a:spcBef>
                <a:spcPct val="20000"/>
              </a:spcBef>
              <a:buFont typeface="Arial" panose="020B0604020202020204" pitchFamily="34" charset="0"/>
              <a:buNone/>
              <a:tabLst/>
              <a:defRPr/>
            </a:pPr>
            <a:r>
              <a:rPr lang="en-US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u="sng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 </a:t>
            </a:r>
          </a:p>
          <a:p>
            <a:pPr marL="342900" indent="-342900" algn="just" defTabSz="914400">
              <a:spcBef>
                <a:spcPct val="20000"/>
              </a:spcBef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Eventbrite → Large‑scale event hosting, ticketing.  </a:t>
            </a:r>
          </a:p>
          <a:p>
            <a:pPr marL="342900" indent="-342900" algn="just" defTabSz="914400">
              <a:spcBef>
                <a:spcPct val="20000"/>
              </a:spcBef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Meetup → Community group creation, event scheduling.  </a:t>
            </a:r>
          </a:p>
          <a:p>
            <a:pPr marL="342900" indent="-342900" algn="just" defTabSz="914400">
              <a:spcBef>
                <a:spcPct val="20000"/>
              </a:spcBef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Forms → Simple event registration.  </a:t>
            </a:r>
          </a:p>
          <a:p>
            <a:pPr marL="342900" indent="-342900" algn="just" defTabSz="914400">
              <a:spcBef>
                <a:spcPct val="20000"/>
              </a:spcBef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community apps → Basic CRUD operations.  </a:t>
            </a:r>
          </a:p>
          <a:p>
            <a:pPr marL="0" algn="just" defTabSz="914400">
              <a:spcBef>
                <a:spcPct val="20000"/>
              </a:spcBef>
              <a:tabLst/>
              <a:defRPr/>
            </a:pPr>
            <a:r>
              <a:rPr lang="en-US" altLang="en-US" sz="2400" b="1" u="sng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  </a:t>
            </a:r>
          </a:p>
          <a:p>
            <a:pPr marL="342900" indent="-342900" algn="just" defTabSz="914400">
              <a:spcBef>
                <a:spcPct val="20000"/>
              </a:spcBef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 web apps, APIs, cloud hosting.  </a:t>
            </a:r>
          </a:p>
          <a:p>
            <a:pPr marL="342900" indent="-342900" algn="just" defTabSz="914400">
              <a:spcBef>
                <a:spcPct val="20000"/>
              </a:spcBef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dashboards for event creation.  </a:t>
            </a:r>
          </a:p>
          <a:p>
            <a:pPr marL="342900" indent="-342900" algn="just" defTabSz="914400">
              <a:spcBef>
                <a:spcPct val="20000"/>
              </a:spcBef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forms with limited customization.  </a:t>
            </a:r>
          </a:p>
          <a:p>
            <a:pPr marL="342900" indent="-342900" algn="just" defTabSz="914400">
              <a:spcBef>
                <a:spcPct val="20000"/>
              </a:spcBef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Focused mainly on participants, not volunteers.</a:t>
            </a:r>
          </a:p>
          <a:p>
            <a:pPr marL="342900" indent="-342900" algn="just" defTabSz="914400">
              <a:spcBef>
                <a:spcPct val="20000"/>
              </a:spcBef>
              <a:buFont typeface="Arial" panose="020B0604020202020204" pitchFamily="34" charset="0"/>
              <a:buChar char="•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" defTabSz="914400">
              <a:spcBef>
                <a:spcPct val="20000"/>
              </a:spcBef>
              <a:tabLst/>
              <a:defRPr/>
            </a:pPr>
            <a:endParaRPr lang="en-IN" alt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CEAE0055-A30C-C222-F47F-345F5BAD7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2889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Proposed Methodology</a:t>
            </a: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862610EC-5F66-E0C7-14CC-514371762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3337F8-FF2C-BE41-11F8-547020D05D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951" y="1403573"/>
            <a:ext cx="5616625" cy="561662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A7C70BB0-3005-A683-1BF6-B41D4B39B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 Literature Survey </a:t>
            </a: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C4261FB2-3038-CFC9-B60B-F10BF9F84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342900" indent="-3429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 defTabSz="914400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u="sng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</a:t>
            </a:r>
          </a:p>
          <a:p>
            <a:pPr algn="just" defTabSz="914400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2400" b="1" u="sng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altLang="en-US" sz="3600" u="sng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412" name="Picture 2">
            <a:extLst>
              <a:ext uri="{FF2B5EF4-FFF2-40B4-BE49-F238E27FC236}">
                <a16:creationId xmlns:a16="http://schemas.microsoft.com/office/drawing/2014/main" id="{4817A6F0-529F-5508-7622-8942D8129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0" t="22726" r="4922" b="16666"/>
          <a:stretch>
            <a:fillRect/>
          </a:stretch>
        </p:blipFill>
        <p:spPr bwMode="auto">
          <a:xfrm>
            <a:off x="30163" y="2484438"/>
            <a:ext cx="9755187" cy="324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1967AF6D-7AAC-9D5A-6125-71CF8807F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 </a:t>
            </a: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Limitations of existing Systems </a:t>
            </a: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4794060B-7132-FCAE-E6D8-53121622F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0" name="TextBox 4">
            <a:extLst>
              <a:ext uri="{FF2B5EF4-FFF2-40B4-BE49-F238E27FC236}">
                <a16:creationId xmlns:a16="http://schemas.microsoft.com/office/drawing/2014/main" id="{679268C0-98DB-EE97-9895-7A275E487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3" y="1768475"/>
            <a:ext cx="8783637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volunteer management.  </a:t>
            </a:r>
          </a:p>
          <a:p>
            <a:pPr algn="just"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skill‑based task suggestion.  </a:t>
            </a:r>
          </a:p>
          <a:p>
            <a:pPr algn="just"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dashboard metrics for organizers.  </a:t>
            </a:r>
          </a:p>
          <a:p>
            <a:pPr algn="just"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analytics/reports for event performance.  </a:t>
            </a:r>
          </a:p>
          <a:p>
            <a:pPr algn="just"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budget &amp; expense tracking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5F1AFC-30C6-D5B0-206B-1676A05B0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5546D8BC-1731-8625-42CF-F7C400434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2889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Proposed Methodology</a:t>
            </a: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D2D802B4-101D-0D4C-A4C6-4851450FD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EA914C-A2CE-7A16-AA20-EC6E51FF5FC8}"/>
              </a:ext>
            </a:extLst>
          </p:cNvPr>
          <p:cNvSpPr txBox="1"/>
          <p:nvPr/>
        </p:nvSpPr>
        <p:spPr>
          <a:xfrm>
            <a:off x="650970" y="1768475"/>
            <a:ext cx="878183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Techstack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1.Frontend (HTML+CSS) → User sees and interacts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2.Flask Routes (Python) → Processes requests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3.Database Helper (models/db.py) → Connects to MySQL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4.MySQL→ Stores and retrieves data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5.Jinja2 Templates → Injects Python data into HTML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6.Bootstrap → Makes it look professional</a:t>
            </a:r>
          </a:p>
        </p:txBody>
      </p:sp>
    </p:spTree>
    <p:extLst>
      <p:ext uri="{BB962C8B-B14F-4D97-AF65-F5344CB8AC3E}">
        <p14:creationId xmlns:p14="http://schemas.microsoft.com/office/powerpoint/2010/main" val="36113010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99BB25-08F8-646D-3B75-527C8E54421B}"/>
              </a:ext>
            </a:extLst>
          </p:cNvPr>
          <p:cNvSpPr txBox="1"/>
          <p:nvPr/>
        </p:nvSpPr>
        <p:spPr>
          <a:xfrm>
            <a:off x="1079500" y="466725"/>
            <a:ext cx="7273925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  <a:endParaRPr lang="en-IN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579" name="TextBox 4">
            <a:extLst>
              <a:ext uri="{FF2B5EF4-FFF2-40B4-BE49-F238E27FC236}">
                <a16:creationId xmlns:a16="http://schemas.microsoft.com/office/drawing/2014/main" id="{4628DB54-1EC9-D8F3-59C1-F56FC172A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768" y="2051645"/>
            <a:ext cx="8280400" cy="4088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Input/Dataset: Event details, volunteer registrations, participant entries.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Parameters: Response time, task assignment accuracy, user satisfaction.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Software/Hardware: Flask server, MySQL DB, Bootstrap frontend.  </a:t>
            </a:r>
          </a:p>
          <a:p>
            <a:pPr algn="just">
              <a:lnSpc>
                <a:spcPct val="15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114E4B84-BB02-F1D2-E9E3-5CB59942C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801688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Implementation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A3579D63-2CC8-23C0-2B4F-7DEF3735E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563688"/>
            <a:ext cx="9070975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984FF3-1E5B-929B-D139-5E849A0E03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20" t="-1483" r="4996" b="1483"/>
          <a:stretch>
            <a:fillRect/>
          </a:stretch>
        </p:blipFill>
        <p:spPr>
          <a:xfrm>
            <a:off x="4608264" y="5364013"/>
            <a:ext cx="4771021" cy="20303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E44057-C754-4FF6-C83C-75E352A6AD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4551" y="2966320"/>
            <a:ext cx="4771021" cy="23216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72DCC3-6FEE-F7F3-67AA-2CFAE0FC0F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8264" y="238601"/>
            <a:ext cx="4683596" cy="24331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5673CB-0604-7EC2-669E-ECF3051A980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8258" t="-1617" r="19033" b="1617"/>
          <a:stretch>
            <a:fillRect/>
          </a:stretch>
        </p:blipFill>
        <p:spPr>
          <a:xfrm>
            <a:off x="215776" y="3111973"/>
            <a:ext cx="3839334" cy="20303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tx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>
            <a:extLst>
              <a:ext uri="{FF2B5EF4-FFF2-40B4-BE49-F238E27FC236}">
                <a16:creationId xmlns:a16="http://schemas.microsoft.com/office/drawing/2014/main" id="{668C998F-5286-DF08-DB05-682E71E4D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</p:spPr>
        <p:txBody>
          <a:bodyPr lIns="0" tIns="31680" rIns="0" bIns="0" anchor="ctr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>
              <a:lnSpc>
                <a:spcPct val="15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A135C83D-93F2-FC3D-2B3D-71DC49CFE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563688"/>
            <a:ext cx="9070975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DFDC18B-4875-3E37-E802-8B9B7469F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02" y="1866979"/>
            <a:ext cx="871061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Metrics:</a:t>
            </a:r>
          </a:p>
          <a:p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response time, user feedback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56949E-CABD-8012-2A74-4A2B413994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02396"/>
            <a:ext cx="4393307" cy="30414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D1FCB4-A37B-6A93-6E58-5CD4881155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2308" y="3001267"/>
            <a:ext cx="4608512" cy="3298011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>
            <a:extLst>
              <a:ext uri="{FF2B5EF4-FFF2-40B4-BE49-F238E27FC236}">
                <a16:creationId xmlns:a16="http://schemas.microsoft.com/office/drawing/2014/main" id="{ADE8A948-C69D-A591-B9D1-09FF37DD0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</p:spPr>
        <p:txBody>
          <a:bodyPr lIns="0" tIns="31680" rIns="0" bIns="0" anchor="ctr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>
              <a:lnSpc>
                <a:spcPct val="15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6FD363A1-4E9A-1801-02A6-DD6DE86A6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563688"/>
            <a:ext cx="9070975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5A1DB6C7-1B86-23A0-B15A-FBEA94246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743" y="1539831"/>
            <a:ext cx="8710613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1: Centralized system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Achieved through integrated Flask modules and MySQL 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2: Prevent duplicates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Achieved using validation logic + database constraints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3: Volunteer integration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Achieved through volunteer assignment module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4: Capacity tracking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Achieved through real-time seat validation before registration</a:t>
            </a:r>
          </a:p>
          <a:p>
            <a:pPr>
              <a:buFontTx/>
              <a:buChar char="•"/>
            </a:pPr>
            <a:r>
              <a:rPr lang="en-US" alt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improvement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Skill-Based Task Suggestion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Metrics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/ Reports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&amp; Expense Tracking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92F95815-55E2-2D20-FB67-96C692D28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References</a:t>
            </a: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CD97F6D7-96DA-2643-4173-7A7A6A824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563688"/>
            <a:ext cx="9070975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48" name="Content Placeholder 2">
            <a:extLst>
              <a:ext uri="{FF2B5EF4-FFF2-40B4-BE49-F238E27FC236}">
                <a16:creationId xmlns:a16="http://schemas.microsoft.com/office/drawing/2014/main" id="{9DA18E4E-B268-85EB-E36E-70FFE1B7B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1" y="1484313"/>
            <a:ext cx="8100961" cy="567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900"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7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5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1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1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1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1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Y. Wang et al., "Web Database Connectivity Methods (using MySQL)," in Proc. ICTTA, 2006,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10.1109/ICTTA.2006.1684995.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 Rathore et al., "Web Application Security Testing Framework using Flask," in Proc. ICCSPA, 2023,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10.1109/ICCSPA56550.2023.10140422.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C.-H. Chen et al., "Python-based data mining and analysis," in Proc. ICASIC, 2022,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10.1109/ICASIC56540.2022.9948378.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Al-Ghamdi, "Generating SQL Command Syntax Using MySQL," Informatics, vol. 6, no. 1, 2021,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10.25139/inform.v6i1.3305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">
            <a:extLst>
              <a:ext uri="{FF2B5EF4-FFF2-40B4-BE49-F238E27FC236}">
                <a16:creationId xmlns:a16="http://schemas.microsoft.com/office/drawing/2014/main" id="{2C05B157-79AE-821C-84BD-A036A6E8B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3057525"/>
            <a:ext cx="9070975" cy="126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31680" rIns="0" bIns="0" anchor="ctr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IN" altLang="en-US" sz="3600" b="1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rPr>
              <a:t>Thank You...!!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690</TotalTime>
  <Words>665</Words>
  <Application>Microsoft Office PowerPoint</Application>
  <PresentationFormat>Custom</PresentationFormat>
  <Paragraphs>112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DejaVu Sans</vt:lpstr>
      <vt:lpstr>Times New Roman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 Problem statement and 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 b</dc:creator>
  <cp:lastModifiedBy>jagruti singh</cp:lastModifiedBy>
  <cp:revision>58</cp:revision>
  <cp:lastPrinted>1601-01-01T00:00:00Z</cp:lastPrinted>
  <dcterms:created xsi:type="dcterms:W3CDTF">2017-10-25T08:22:14Z</dcterms:created>
  <dcterms:modified xsi:type="dcterms:W3CDTF">2026-04-17T16:33:04Z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Custom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6</vt:i4>
  </property>
</Properties>
</file>